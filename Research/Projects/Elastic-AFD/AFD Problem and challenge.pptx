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233750"/>
            <a:ext cx="10969200" cy="705600"/>
          </a:xfrm>
        </p:spPr>
        <p:txBody>
          <a:bodyPr/>
          <a:p>
            <a:r>
              <a:rPr lang="en-US" altLang="zh-CN"/>
              <a:t>AFD </a:t>
            </a:r>
            <a:r>
              <a:rPr lang="zh-CN" altLang="en-US"/>
              <a:t>流水的可能影响</a:t>
            </a:r>
            <a:r>
              <a:rPr lang="zh-CN" altLang="en-US"/>
              <a:t>因素</a:t>
            </a:r>
            <a:endParaRPr lang="zh-CN" altLang="en-US"/>
          </a:p>
        </p:txBody>
      </p:sp>
      <p:pic>
        <p:nvPicPr>
          <p:cNvPr id="4" name="图片 3" descr="afd proble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330" y="1273175"/>
            <a:ext cx="6807200" cy="336169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793990" y="1135380"/>
            <a:ext cx="4173855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altLang="zh-CN" sz="1400"/>
              <a:t>A </a:t>
            </a:r>
            <a:r>
              <a:rPr lang="zh-CN" altLang="en-US" sz="1400"/>
              <a:t>侧</a:t>
            </a:r>
            <a:r>
              <a:rPr lang="en-US" altLang="zh-CN" sz="1400"/>
              <a:t> </a:t>
            </a:r>
            <a:r>
              <a:rPr lang="zh-CN" altLang="en-US" sz="1400"/>
              <a:t>长短序列</a:t>
            </a:r>
            <a:r>
              <a:rPr lang="en-US" altLang="zh-CN" sz="1400"/>
              <a:t>:</a:t>
            </a:r>
            <a:endParaRPr lang="en-US" altLang="zh-CN" sz="1400"/>
          </a:p>
          <a:p>
            <a:pPr marL="800100" lvl="1" indent="-342900" fontAlgn="auto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altLang="zh-CN" sz="1400"/>
              <a:t>Prefill </a:t>
            </a:r>
            <a:r>
              <a:rPr lang="zh-CN" altLang="en-US" sz="1400"/>
              <a:t>侧</a:t>
            </a:r>
            <a:r>
              <a:rPr lang="en-US" altLang="zh-CN" sz="1400"/>
              <a:t>, </a:t>
            </a:r>
            <a:r>
              <a:rPr lang="zh-CN" altLang="en-US" sz="1400"/>
              <a:t>长序列计算时间更长</a:t>
            </a:r>
            <a:r>
              <a:rPr lang="en-US" altLang="zh-CN" sz="1400"/>
              <a:t> (</a:t>
            </a:r>
            <a:r>
              <a:rPr lang="zh-CN" altLang="en-US" sz="1400"/>
              <a:t>随</a:t>
            </a:r>
            <a:r>
              <a:rPr lang="en-US" altLang="zh-CN" sz="1400"/>
              <a:t> L² </a:t>
            </a:r>
            <a:r>
              <a:rPr lang="zh-CN" altLang="en-US" sz="1400"/>
              <a:t>增长</a:t>
            </a:r>
            <a:r>
              <a:rPr lang="en-US" altLang="zh-CN" sz="1400"/>
              <a:t>)</a:t>
            </a:r>
            <a:endParaRPr lang="en-US" altLang="zh-CN" sz="1400"/>
          </a:p>
          <a:p>
            <a:pPr marL="800100" lvl="1" indent="-342900" fontAlgn="auto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altLang="zh-CN" sz="1400"/>
              <a:t>Decode </a:t>
            </a:r>
            <a:r>
              <a:rPr lang="zh-CN" altLang="en-US" sz="1400"/>
              <a:t>侧</a:t>
            </a:r>
            <a:r>
              <a:rPr lang="en-US" altLang="zh-CN" sz="1400"/>
              <a:t>, </a:t>
            </a:r>
            <a:r>
              <a:rPr lang="zh-CN" altLang="en-US" sz="1400"/>
              <a:t>长序列</a:t>
            </a:r>
            <a:r>
              <a:rPr lang="en-US" altLang="zh-CN" sz="1400"/>
              <a:t> KV cache </a:t>
            </a:r>
            <a:r>
              <a:rPr lang="zh-CN" altLang="en-US" sz="1400"/>
              <a:t>读取时间更长</a:t>
            </a:r>
            <a:endParaRPr lang="zh-CN" altLang="en-US" sz="1400"/>
          </a:p>
          <a:p>
            <a:pPr marL="342900" lvl="0" indent="-342900" fontAlgn="auto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altLang="zh-CN" sz="1400"/>
              <a:t>F </a:t>
            </a:r>
            <a:r>
              <a:rPr lang="zh-CN" altLang="en-US" sz="1400"/>
              <a:t>侧</a:t>
            </a:r>
            <a:r>
              <a:rPr lang="en-US" altLang="zh-CN" sz="1400"/>
              <a:t> </a:t>
            </a:r>
            <a:r>
              <a:rPr lang="zh-CN" altLang="en-US" sz="1400"/>
              <a:t>专家负载不均</a:t>
            </a:r>
            <a:endParaRPr lang="zh-CN" altLang="en-US" sz="1400"/>
          </a:p>
          <a:p>
            <a:pPr marL="800100" lvl="1" indent="-342900" fontAlgn="auto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altLang="zh-CN" sz="1400"/>
              <a:t>expert </a:t>
            </a:r>
            <a:r>
              <a:rPr lang="zh-CN" altLang="en-US" sz="1400"/>
              <a:t>负载不均是</a:t>
            </a:r>
            <a:r>
              <a:rPr lang="zh-CN" altLang="en-US" sz="1400"/>
              <a:t>常态</a:t>
            </a:r>
            <a:endParaRPr lang="zh-CN" altLang="en-US" sz="1400"/>
          </a:p>
          <a:p>
            <a:pPr marL="800100" lvl="1" indent="-342900" fontAlgn="auto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/>
              <a:t>热门</a:t>
            </a:r>
            <a:r>
              <a:rPr lang="en-US" altLang="zh-CN" sz="1400"/>
              <a:t> expert </a:t>
            </a:r>
            <a:r>
              <a:rPr lang="zh-CN" altLang="en-US" sz="1400"/>
              <a:t>可能随请求变化发生改变</a:t>
            </a:r>
            <a:endParaRPr lang="zh-CN" altLang="en-US" sz="1400"/>
          </a:p>
          <a:p>
            <a:pPr marL="342900" lvl="0" indent="-342900" fontAlgn="auto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/>
              <a:t>扩缩容</a:t>
            </a:r>
            <a:endParaRPr lang="zh-CN" altLang="en-US" sz="1400"/>
          </a:p>
          <a:p>
            <a:pPr marL="800100" lvl="1" indent="-342900" fontAlgn="auto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/>
              <a:t>随请求流量变化</a:t>
            </a:r>
            <a:r>
              <a:rPr lang="en-US" altLang="zh-CN" sz="1400"/>
              <a:t>, </a:t>
            </a:r>
            <a:r>
              <a:rPr lang="zh-CN" altLang="en-US" sz="1400"/>
              <a:t>可能动态增删</a:t>
            </a:r>
            <a:r>
              <a:rPr lang="en-US" altLang="zh-CN" sz="1400"/>
              <a:t> A </a:t>
            </a:r>
            <a:r>
              <a:rPr lang="zh-CN" altLang="en-US" sz="1400"/>
              <a:t>和</a:t>
            </a:r>
            <a:r>
              <a:rPr lang="en-US" altLang="zh-CN" sz="1400"/>
              <a:t> F </a:t>
            </a:r>
            <a:r>
              <a:rPr lang="zh-CN" altLang="en-US" sz="1400"/>
              <a:t>集群中的机器</a:t>
            </a:r>
            <a:endParaRPr lang="zh-CN" altLang="en-US" sz="1400"/>
          </a:p>
          <a:p>
            <a:pPr marL="800100" lvl="1" indent="-342900" fontAlgn="auto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/>
              <a:t>故障场景</a:t>
            </a:r>
            <a:r>
              <a:rPr lang="en-US" altLang="zh-CN" sz="1400"/>
              <a:t>, </a:t>
            </a:r>
            <a:r>
              <a:rPr lang="zh-CN" altLang="en-US" sz="1400"/>
              <a:t>被迫缩容</a:t>
            </a:r>
            <a:r>
              <a:rPr lang="zh-CN" altLang="en-US" sz="1400"/>
              <a:t>机器</a:t>
            </a:r>
            <a:endParaRPr lang="zh-CN" altLang="en-US" sz="1400"/>
          </a:p>
          <a:p>
            <a:pPr marL="342900" lvl="0" indent="-342900" fontAlgn="auto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/>
              <a:t>通信抖动</a:t>
            </a:r>
            <a:endParaRPr lang="zh-CN" altLang="en-US" sz="1400"/>
          </a:p>
          <a:p>
            <a:pPr marL="800100" lvl="1" indent="-342900" fontAlgn="auto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/>
              <a:t>通信阻塞可能导致机器无法及时执行计算而产生</a:t>
            </a:r>
            <a:r>
              <a:rPr lang="en-US" altLang="zh-CN" sz="1400"/>
              <a:t> bubble</a:t>
            </a:r>
            <a:endParaRPr lang="en-US" altLang="zh-CN" sz="1400"/>
          </a:p>
          <a:p>
            <a:pPr marL="742950" lvl="1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400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4.xml><?xml version="1.0" encoding="utf-8"?>
<p:tagLst xmlns:p="http://schemas.openxmlformats.org/presentationml/2006/main">
  <p:tag name="commondata" val="eyJoZGlkIjoiYjJjNjc1ZjYxOWFmY2E4YjY2NDA2ZDY0ZjcwZDYwMzQ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</Words>
  <Application>WPS 演示</Application>
  <PresentationFormat>宽屏</PresentationFormat>
  <Paragraphs>15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K</cp:lastModifiedBy>
  <cp:revision>156</cp:revision>
  <dcterms:created xsi:type="dcterms:W3CDTF">2019-06-19T02:08:00Z</dcterms:created>
  <dcterms:modified xsi:type="dcterms:W3CDTF">2025-10-28T15:06:59Z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2052-12.1.0.18276</vt:lpwstr>
  </property>
  <property fmtid="{D5CDD505-2E9C-101B-9397-08002B2CF9AE}" pid="3" name="ICV">
    <vt:lpwstr>3017D1B05ED54AEFB45B2BDA2C926890_11</vt:lpwstr>
  </property>
</Properties>
</file>